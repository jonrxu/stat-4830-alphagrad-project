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58a0f18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58a0f18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58a0f18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58a0f18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58a0f18d3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58a0f18d3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58a0f18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58a0f18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58a0f18d3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58a0f18d3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Keep objective function fixed (maximize radius for CP-26, same verifier, same reward)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Vary only the background information given to the model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Condition 1: No state-of-the-art (SOTA) information provided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Condition 2: Provide accurate numerical SOTA value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Condition 3: Provide overestimated SOTA value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Tell model the best known radius is higher than what is actually found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Test whether belief about attainable optimum affects search behavior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58a0f18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58a0f18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58a0f18d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58a0f18d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Definitely original results because these models were released before AlphaEvolve came out, and also we explicitly told not to 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Initial experiment with n = 20 runs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Left: No SOTA information provided, right SOTA provided.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see that left misses SOTA by about 0.13, whereas right missed by 0.23, quite a large margin.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8a0f18d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58a0f18d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Critically, the two models, o3-mini and gemini 2.5 flash lite were released before the SOTA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58a0f18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58a0f18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8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Program Optimization</a:t>
            </a:r>
            <a:r>
              <a:rPr lang="en" sz="378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for Verifiable Problems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17625" y="3453000"/>
            <a:ext cx="2553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3200">
                <a:latin typeface="Roboto Mono"/>
                <a:ea typeface="Roboto Mono"/>
                <a:cs typeface="Roboto Mono"/>
                <a:sym typeface="Roboto Mono"/>
              </a:rPr>
              <a:t>AlphaGrad</a:t>
            </a:r>
            <a:endParaRPr b="1" sz="3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good at </a:t>
            </a:r>
            <a:r>
              <a:rPr b="1" lang="en"/>
              <a:t>generating</a:t>
            </a:r>
            <a:r>
              <a:rPr lang="en"/>
              <a:t> solutions, but bad at </a:t>
            </a:r>
            <a:r>
              <a:rPr b="1" lang="en"/>
              <a:t>verifying</a:t>
            </a:r>
            <a:r>
              <a:rPr lang="en"/>
              <a:t>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approaches have tried to answer this (ex. LLM as a Judge)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solution: evaluate LLMs against a </a:t>
            </a:r>
            <a:r>
              <a:rPr b="1" lang="en" u="sng"/>
              <a:t>strictly verifiable</a:t>
            </a:r>
            <a:r>
              <a:rPr lang="en"/>
              <a:t>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Many such 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Matrix multiplication algorithm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 geometry problems</a:t>
            </a:r>
            <a:endParaRPr/>
          </a:p>
        </p:txBody>
      </p:sp>
      <p:pic>
        <p:nvPicPr>
          <p:cNvPr id="62" name="Google Shape;62;p14" title="circle-pack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2784605"/>
            <a:ext cx="4505277" cy="225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 we tried…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 open-source model (gpt-oss-120b) with LoRA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 64 rollouts per batch, then fine-tuned to upweight best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a bank of good solutions, re-use on every next batch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compute expensive (cost ~$30 for 5 batches)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RL is very unstable/hard to find reward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Programs need to be saved at each iteration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875" y="2242750"/>
            <a:ext cx="2710799" cy="27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-4"/>
            <a:ext cx="4572002" cy="12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approach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652000" cy="3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GEPA </a:t>
            </a:r>
            <a:r>
              <a:rPr b="1" lang="en"/>
              <a:t>optimize_anything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reflection LLM proposes edits to the solver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Solver program is executed locally and calls LLM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Evaluator runs the candidate program and verifies constraints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GEPA?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Avoids training weights and instead performs structured search over programs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Improves compute efficiency of finding best solution (can use very small LLMs)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Gemini 2.5 Flash Lite, o3-mini, etc.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15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Prompt: 3 variations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25" y="725825"/>
            <a:ext cx="7788950" cy="42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Subject to containment for each circle: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and non-overlap for all i ≠ j: 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536" y="1017725"/>
            <a:ext cx="2226922" cy="11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763" y="2480525"/>
            <a:ext cx="633642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8148" y="3655369"/>
            <a:ext cx="4867701" cy="7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85125" y="92075"/>
            <a:ext cx="32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 (n=20)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00" y="1083950"/>
            <a:ext cx="3766886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121" y="1126475"/>
            <a:ext cx="3489001" cy="353909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249325" y="248050"/>
            <a:ext cx="442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Feeding false information: told best solution was greater than it actually was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346238" y="664775"/>
            <a:ext cx="34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Feeding no information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572000" y="4665575"/>
            <a:ext cx="398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o3-mini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288" y="1483826"/>
            <a:ext cx="3248275" cy="32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2640388" y="404125"/>
            <a:ext cx="331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Gemini 2.5 Flash: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Feeding state of the art solution (numerical value)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 invalid candidates via stronger contract prompting and minimal self-checks inside the solver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History-aware GEPA: archive prompts/programs to avoid missing good branches and to prevent rediscovery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Two-model setup: cheaper model for reflection and a stronger model for solver calls (or vice versa)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