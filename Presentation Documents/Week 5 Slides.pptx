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JetBrains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JetBrainsMono-bold.fntdata"/><Relationship Id="rId16" Type="http://schemas.openxmlformats.org/officeDocument/2006/relationships/font" Target="fonts/JetBrains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boldItalic.fntdata"/><Relationship Id="rId6" Type="http://schemas.openxmlformats.org/officeDocument/2006/relationships/slide" Target="slides/slide1.xml"/><Relationship Id="rId18" Type="http://schemas.openxmlformats.org/officeDocument/2006/relationships/font" Target="fonts/JetBrains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7c0cfb4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7c0cfb4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7c0cfb4a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7c0cfb4a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7c0cfb4a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7c0cfb4a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7c0cfb4a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7c0cfb4a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7c0cfb4a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7c0cfb4a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7c0cfb4a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7c0cfb4a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7c0cfb4a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7c0cfb4a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7c0cfb4a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7c0cfb4a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3e7e906df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3e7e906df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Jfu9t0H3k2KxMmkU1L4ph5zI2gUb1yWS/view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8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Test-Time RL for Verifiable Optimization Problems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117625" y="3453000"/>
            <a:ext cx="2553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3830"/>
              <a:t>AlphaGrad</a:t>
            </a:r>
            <a:endParaRPr sz="383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306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are optimizing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are good at </a:t>
            </a:r>
            <a:r>
              <a:rPr b="1" lang="en"/>
              <a:t>generating</a:t>
            </a:r>
            <a:r>
              <a:rPr lang="en"/>
              <a:t> solutions, but bad at </a:t>
            </a:r>
            <a:r>
              <a:rPr b="1" lang="en"/>
              <a:t>verifying</a:t>
            </a:r>
            <a:r>
              <a:rPr lang="en"/>
              <a:t>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Many approaches have tried to answer this (ex. LLM as a Judge)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solution: evaluate LLMs against a </a:t>
            </a:r>
            <a:r>
              <a:rPr b="1" lang="en" u="sng"/>
              <a:t>strictly verifiable</a:t>
            </a:r>
            <a:r>
              <a:rPr lang="en"/>
              <a:t> problem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Many such examples: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Kernel speed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Matrix multiplication algorithm speed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Erdos problems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AlphaEvolve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Google’s new system for autonomous discovery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Proposes “edits” to existing solutions, refines them over many rounds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Produces state of the art solutions for problems: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Cut down speed by</a:t>
            </a:r>
            <a:r>
              <a:rPr lang="en"/>
              <a:t> 0.7% of data centers using </a:t>
            </a:r>
            <a:r>
              <a:rPr lang="en"/>
              <a:t>new scheduling algorithm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Advanced a 300-year-old geometric puzzle discovering 593 spheres in 11 dimensions (prev. 592)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faster method for multiplying complex matrices, achieving this in just 48 scalar multiplications.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325" y="3014950"/>
            <a:ext cx="3405676" cy="212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Circle packing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 title="circle-packing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5150" y="1152475"/>
            <a:ext cx="5213700" cy="39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 Add in reinforcement learning during test time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Generate: LLM proposes a candidate packing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Verify: deterministic checks (inside square + no overlap)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Score: valid → sum of radii, invalid →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Learn: update LoRA to increase probability of high-reward proposals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Repeat: buffer stores best solutions to guide future sampling (search + learning)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TTT-Discover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 doesn’t output circle coordinates directly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writes Python code that computes a packing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Executes code locally and is verified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 is proposing algorithms, not just solutions — more powerful than searching coordinate space directly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Benefits: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700"/>
              <a:t>more structure + reuse (symmetry, templates, heuristics)</a:t>
            </a:r>
            <a:endParaRPr sz="17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700"/>
              <a:t>easier to enforce constraints programmatically</a:t>
            </a:r>
            <a:endParaRPr sz="17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700"/>
              <a:t>searches a richer space than direct coordinate sampling</a:t>
            </a:r>
            <a:br>
              <a:rPr lang="en" sz="1700"/>
            </a:b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results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5-epoch training runs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SOTA benchmark target matched at step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Correctness rate tripled over training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Format compliance improved 4.6x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performance improved by 14.5%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988" y="1587300"/>
            <a:ext cx="6476027" cy="15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results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88483"/>
            <a:ext cx="9144000" cy="2566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solution we found (matches SOTA)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476" y="1152475"/>
            <a:ext cx="3839049" cy="39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forward: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Compare to Baseline Model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Choose a problem to further optimize (CP26)</a:t>
            </a:r>
            <a:endParaRPr sz="25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Token efficiency: constrain generation format to reduce wasted tokens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Reward shaping: partial credit for near valid configs (overlap magnitude, violations)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